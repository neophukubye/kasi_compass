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C983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JOURNEY MAPPER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KASI COMPASS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stop tells a story.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animated companion for the Pretoria → Cape Town rail journey — built ahead of Shosholoza Meyl's planned 2027 relaunch of this corridor.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2743200" cy="0"/>
          </a:xfrm>
          <a:prstGeom prst="line">
            <a:avLst/>
          </a:prstGeom>
          <a:noFill/>
          <a:ln w="25400">
            <a:solidFill>
              <a:srgbClr val="C983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NeoDev · Geekulcha Annual Hackathon 2026 · #GKHack26 #BuildForUse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7612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67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legendary route. Two ways to see it — both closed to most people.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Rovos Rail &amp; Blue Train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exact Pretoria→Cape Town route today — but as multi-day, ultra-premium luxury travel, priced far beyond most domestic tourists.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Shosholoza Meyl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affordable option on this corridor has been suspended since 2024 (locomotive shortages), with reintroduction planned for 2027.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6974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nothing: no digital way to discover the culture, history, or attractions strung along this corridor — whether riding a luxury train or waiting for 2027.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B1F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3484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Geekulcha's own Train Tourism Hackathon is scheduled for 2027 — the same year Shosholoza Meyl is expected back on this line. The storytelling layer needs to exist before affordable trains start running again, not after.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Problem Statement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C98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modes. Real stories, told by real people.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2A306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Mode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"rides" the journey virtually on an animated map — previewing every stop's story before ever buying a ticket. Works standalone today, independent of any train operator.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2A3060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riders actually on the corridor, GPS geofencing auto-unlocks each stop's story as the train physically passes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2A30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model: human-sourced first, AI assistive only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320040" cy="32004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1970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is authored and reviewed by a human — local narrators, heritage sites, tourism-board partners along the route.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818888"/>
            <a:ext cx="320040" cy="32004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18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640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only allowed role: a first-pass translation draft of an already human-approved story, reviewed by a human before publishing.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385816"/>
            <a:ext cx="320040" cy="32004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385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3309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call anywhere in the runtime request path — the app works identically with or without any AI service available.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STORY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Naledi, 27, Soweto — her first long-distance train trip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social post about Kasi Compass while planning her trip to visit family in Cape Town.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830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Pre-trip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Explorer Mode and previews the Kimberley diamond-fields story.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7830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 QR code at the station — switches from Explorer to Companion Mode.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route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794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train passes Kimberley, her phone surfaces the human-reviewed Big Hole story.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3832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Karoo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794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drops near Matjiesfontein — but the next stops' story packs were already cached.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383280"/>
            <a:ext cx="411480" cy="4114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794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 digital "journey passport" stamp per stop in Cape Town and shares it online.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User Journey Story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C98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GPS position to a human-reviewed story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or Companion Mode (web/PWA)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2888" y="2295144"/>
            <a:ext cx="219456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2770632" y="1691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FA8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072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194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receives GPS or simulated position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295144"/>
            <a:ext cx="219456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992624" y="1691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C983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Engine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2194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trigger vs. real route waypoints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76872" y="2295144"/>
            <a:ext cx="219456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4616" y="1691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FA8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06056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06056" y="2194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Human-authored, human-reviewed stories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98864" y="2295144"/>
            <a:ext cx="219456" cy="164592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9436608" y="16916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28048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21945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card surfaces on the animated map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2A306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 the runtime path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886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a rider sees was authored and reviewed by a human before it was ever stored. AI's only role is drafting a first-pass translation for human review, offline, before content ships — never called when a rider makes a request. This keeps the app fully functional even if an AI service is down.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800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 live train — or a live signal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Mode has no dependency on an actual train's GPS feed. Story packs pre-cache ahead of the patchy Karoo coverage on Telkom's own network — exactly the kind of last-mile connectivity gap Telkom FutureMakers is built to close.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4 — Component integration validated in a lab environment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up from TRL 3 by building one running, integrated service and testing it end-to-end — not just its parts in isolation.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25400">
            <a:solidFill>
              <a:srgbClr val="2FA8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TRL 4: integrated &amp; lab-validated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FastAPI service wires route data, geofence engine, and content store into a single request path — no manual glue code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/journey/position returns the correct triggered waypoint AND its human-reviewed story in one call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end-to-end integration tests via TestClient — real HTTP in, real JSON out — plus the original 9 unit tests: 14/14 passing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25400">
            <a:solidFill>
              <a:srgbClr val="C983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Not yet TRL 5 (relevant environment)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GPS feed from an actual train — validated against known coordinates in this lab build, not onboard a moving train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testing yet with real riders — that's the explicit purpose of the Phase 0 closed pilot (see Consumer Phasing)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content covers 2 of 8 waypoints so far, pending heritage-site partner outreach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TRL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C98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PHASING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rollout — not a single big-bang launch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A306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19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Pilot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71907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friends/family walk through Explorer Mode end-to-end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829800" y="171907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Sep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A30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907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Public Pilot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077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Mode piloted with one confirmed operator (Rovos Rail or Blue Train)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829800" y="290779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6–31 Oct 2026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A3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096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Public Launch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096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Mode opens to the public, no operator dependency; all 8 waypoints storied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409651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 onward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A3060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Relaunch Alignment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2852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digital companion for PRASA's relaunched Shosholoza Meyl service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52852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2027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task-level detail, owners, and dates: see the attached Work Breakdown Structure (Kasi_Compass_WBS.xlsx).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Consumer Phasing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PARTNERS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logo wall — a specific next step with each sponsor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19072"/>
            <a:ext cx="384048" cy="384048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82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Telkom FutureMakers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+ narrator pipeline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0428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network coverage is why offline story-pack caching matters through Karoo dead zones. Their youth-skills mandate is a natural source for the local narrators our content model depends 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719072"/>
            <a:ext cx="384048" cy="384048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682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government adoption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30428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 end customer is a state entity — PRASA/Shosholoza Meyl. CPSI's whole mandate is moving hackathon solutions into government hands; we're a direct fit for that pipeline, not just a demo.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19072"/>
            <a:ext cx="384048" cy="384048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1682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Boxfusion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gov 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30428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"Rocket fuel for government" — the natural technical partner to help take our PostGIS/FastAPI backend to gov-integration standards ahead of a real PRASA partnership.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8313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Security-by-design alignment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45312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lab-validated TRL 4 architecture (no AI in the runtime path, human-reviewed content, geofence-tested integration) is built to align with CompTIA security baselines from day 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867912"/>
            <a:ext cx="384048" cy="384048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8313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LLW (Kenya)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expansion path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34840" y="445312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Kenya edition of this hackathon. If Kasi Compass's model — geofenced, human-sourced rail storytelling — expands beyond South Africa, LLW is the natural bridge.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5528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B1F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83880" y="3886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Telkom · Co-hosted with CPSI · Supported by Boxfusion, CompTIA · Kenya edition led by LLW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Ecosystem &amp; Partners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C983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wait for 2027 — but be ready when it comes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A306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Companion Mode with Rovos Rail and/or the Blue Train — both run this route today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complimentary digital add-on, differentiating their existing luxury product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A306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sponsored story placements to Northern &amp; Western Cape tourism boards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657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heritage sites directly on the route: Kimberley's Big Hole, Matjiesfontein village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2A3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2027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official digital companion for PRASA's relaunched Shosholoza Meyl service, via CPSI's gov-innovation pipeline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657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alongside Geekulcha's own 2027 Train Tourism Hackathon — a real, dated moment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A30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sponsored story placements from local businesses &amp; heritage sites · tourism-board licensing · premium offline "language pack" for international visitors.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Go-to-Market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a cross-functional team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6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your actual team members, roles, and backgrounds before submitting — Team Composition is a scored judging criterion.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29968"/>
            <a:ext cx="457200" cy="45720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476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Geospatial Engineer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258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620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Map Animation Developer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172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7764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Localization Lead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87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2FA8A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690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Cultural Content Lead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001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687568"/>
            <a:ext cx="457200" cy="45720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6052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/ Go-to-Market Lead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9161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Team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C983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for use. Ride ready for 2027.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is a lab-validated, integrated system today (TRL 4) — built on human-sourced stories, not AI-generated content — with a staged consumer rollout and a go-to-market path that starts now, with Rovos Rail and the Blue Train, and lands squarely on Shosholoza Meyl's planned 2027 return.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25400">
            <a:solidFill>
              <a:srgbClr val="C983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8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#GKHack26 · #BuildForUse · Train Journey Mapper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Thank You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65105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 Compass · Team NeoDev · Geekulcha 2026 #GKHack26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2026-09-07T05:50:35Z</dcterms:created>
  <dcterms:modified xsi:type="dcterms:W3CDTF">2026-09-07T05:50:35Z</dcterms:modified>
</cp:coreProperties>
</file>